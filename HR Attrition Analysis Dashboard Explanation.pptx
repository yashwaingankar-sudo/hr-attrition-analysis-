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59" r:id="rId3"/>
    <p:sldId id="258" r:id="rId4"/>
    <p:sldId id="261" r:id="rId5"/>
    <p:sldId id="262" r:id="rId6"/>
    <p:sldId id="260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1D5DB"/>
    <a:srgbClr val="1F2937"/>
    <a:srgbClr val="0F1E2E"/>
    <a:srgbClr val="6D5BD0"/>
    <a:srgbClr val="3B82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0E129A-86D0-43E3-BEB4-F8F2938A0039}" v="38" dt="2026-04-07T15:10:17.9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sh Waingankar" userId="62a5ab33c9fc2222" providerId="LiveId" clId="{D5B128B3-3802-43C5-BD41-4E8A20924A1E}"/>
    <pc:docChg chg="undo redo custSel addSld delSld modSld sldOrd">
      <pc:chgData name="Yash Waingankar" userId="62a5ab33c9fc2222" providerId="LiveId" clId="{D5B128B3-3802-43C5-BD41-4E8A20924A1E}" dt="2026-04-07T15:12:57.833" v="1069" actId="2711"/>
      <pc:docMkLst>
        <pc:docMk/>
      </pc:docMkLst>
      <pc:sldChg chg="addSp modSp del mod">
        <pc:chgData name="Yash Waingankar" userId="62a5ab33c9fc2222" providerId="LiveId" clId="{D5B128B3-3802-43C5-BD41-4E8A20924A1E}" dt="2026-04-07T14:19:15.967" v="773" actId="2696"/>
        <pc:sldMkLst>
          <pc:docMk/>
          <pc:sldMk cId="2084584637" sldId="257"/>
        </pc:sldMkLst>
        <pc:spChg chg="mod">
          <ac:chgData name="Yash Waingankar" userId="62a5ab33c9fc2222" providerId="LiveId" clId="{D5B128B3-3802-43C5-BD41-4E8A20924A1E}" dt="2026-04-07T12:42:24.424" v="429" actId="14100"/>
          <ac:spMkLst>
            <pc:docMk/>
            <pc:sldMk cId="2084584637" sldId="257"/>
            <ac:spMk id="2" creationId="{D477232B-1411-A701-198A-44FC07E5FD8D}"/>
          </ac:spMkLst>
        </pc:spChg>
        <pc:spChg chg="add mod ord">
          <ac:chgData name="Yash Waingankar" userId="62a5ab33c9fc2222" providerId="LiveId" clId="{D5B128B3-3802-43C5-BD41-4E8A20924A1E}" dt="2026-04-07T12:40:36.284" v="428" actId="207"/>
          <ac:spMkLst>
            <pc:docMk/>
            <pc:sldMk cId="2084584637" sldId="257"/>
            <ac:spMk id="3" creationId="{DBF48011-EEFA-C0CF-7153-49DBEB577575}"/>
          </ac:spMkLst>
        </pc:spChg>
        <pc:spChg chg="add ord">
          <ac:chgData name="Yash Waingankar" userId="62a5ab33c9fc2222" providerId="LiveId" clId="{D5B128B3-3802-43C5-BD41-4E8A20924A1E}" dt="2026-04-07T10:48:19.094" v="53" actId="171"/>
          <ac:spMkLst>
            <pc:docMk/>
            <pc:sldMk cId="2084584637" sldId="257"/>
            <ac:spMk id="4" creationId="{D7B2FF9B-D798-CBBC-ABAD-842A707FCAC4}"/>
          </ac:spMkLst>
        </pc:spChg>
      </pc:sldChg>
      <pc:sldChg chg="addSp modSp mod setBg">
        <pc:chgData name="Yash Waingankar" userId="62a5ab33c9fc2222" providerId="LiveId" clId="{D5B128B3-3802-43C5-BD41-4E8A20924A1E}" dt="2026-04-07T15:11:42.318" v="1042" actId="20577"/>
        <pc:sldMkLst>
          <pc:docMk/>
          <pc:sldMk cId="2245837403" sldId="258"/>
        </pc:sldMkLst>
        <pc:spChg chg="mod">
          <ac:chgData name="Yash Waingankar" userId="62a5ab33c9fc2222" providerId="LiveId" clId="{D5B128B3-3802-43C5-BD41-4E8A20924A1E}" dt="2026-04-07T14:37:25.194" v="792" actId="1076"/>
          <ac:spMkLst>
            <pc:docMk/>
            <pc:sldMk cId="2245837403" sldId="258"/>
            <ac:spMk id="2" creationId="{420A3387-D2EA-4876-CF71-C69D12C04B13}"/>
          </ac:spMkLst>
        </pc:spChg>
        <pc:spChg chg="mod">
          <ac:chgData name="Yash Waingankar" userId="62a5ab33c9fc2222" providerId="LiveId" clId="{D5B128B3-3802-43C5-BD41-4E8A20924A1E}" dt="2026-04-07T15:11:42.318" v="1042" actId="20577"/>
          <ac:spMkLst>
            <pc:docMk/>
            <pc:sldMk cId="2245837403" sldId="258"/>
            <ac:spMk id="3" creationId="{9E99DA42-9D55-3042-E78F-A07BBFCF805F}"/>
          </ac:spMkLst>
        </pc:spChg>
        <pc:spChg chg="add mod ord">
          <ac:chgData name="Yash Waingankar" userId="62a5ab33c9fc2222" providerId="LiveId" clId="{D5B128B3-3802-43C5-BD41-4E8A20924A1E}" dt="2026-04-07T14:37:19.266" v="791" actId="1076"/>
          <ac:spMkLst>
            <pc:docMk/>
            <pc:sldMk cId="2245837403" sldId="258"/>
            <ac:spMk id="4" creationId="{A0E8E014-91F0-95F8-3686-29C7B891F959}"/>
          </ac:spMkLst>
        </pc:spChg>
        <pc:spChg chg="add mod ord">
          <ac:chgData name="Yash Waingankar" userId="62a5ab33c9fc2222" providerId="LiveId" clId="{D5B128B3-3802-43C5-BD41-4E8A20924A1E}" dt="2026-04-07T14:37:52.935" v="798" actId="14100"/>
          <ac:spMkLst>
            <pc:docMk/>
            <pc:sldMk cId="2245837403" sldId="258"/>
            <ac:spMk id="5" creationId="{3A976870-2316-9F62-0BB9-A34999015332}"/>
          </ac:spMkLst>
        </pc:spChg>
      </pc:sldChg>
      <pc:sldChg chg="addSp modSp mod setBg">
        <pc:chgData name="Yash Waingankar" userId="62a5ab33c9fc2222" providerId="LiveId" clId="{D5B128B3-3802-43C5-BD41-4E8A20924A1E}" dt="2026-04-07T15:10:17.992" v="1035" actId="1076"/>
        <pc:sldMkLst>
          <pc:docMk/>
          <pc:sldMk cId="1915346528" sldId="261"/>
        </pc:sldMkLst>
        <pc:spChg chg="add mod ord">
          <ac:chgData name="Yash Waingankar" userId="62a5ab33c9fc2222" providerId="LiveId" clId="{D5B128B3-3802-43C5-BD41-4E8A20924A1E}" dt="2026-04-07T13:58:32.268" v="733" actId="14100"/>
          <ac:spMkLst>
            <pc:docMk/>
            <pc:sldMk cId="1915346528" sldId="261"/>
            <ac:spMk id="2" creationId="{1AE23738-813F-A464-EB0A-EADB75C1B3D1}"/>
          </ac:spMkLst>
        </pc:spChg>
        <pc:spChg chg="add mod ord">
          <ac:chgData name="Yash Waingankar" userId="62a5ab33c9fc2222" providerId="LiveId" clId="{D5B128B3-3802-43C5-BD41-4E8A20924A1E}" dt="2026-04-07T15:10:15.102" v="1034" actId="1076"/>
          <ac:spMkLst>
            <pc:docMk/>
            <pc:sldMk cId="1915346528" sldId="261"/>
            <ac:spMk id="3" creationId="{42689037-5962-E1FD-BEA7-3693A698E875}"/>
          </ac:spMkLst>
        </pc:spChg>
        <pc:spChg chg="mod">
          <ac:chgData name="Yash Waingankar" userId="62a5ab33c9fc2222" providerId="LiveId" clId="{D5B128B3-3802-43C5-BD41-4E8A20924A1E}" dt="2026-04-07T15:10:17.992" v="1035" actId="1076"/>
          <ac:spMkLst>
            <pc:docMk/>
            <pc:sldMk cId="1915346528" sldId="261"/>
            <ac:spMk id="4" creationId="{529F5391-9475-07C3-1FCF-26EB775C20B9}"/>
          </ac:spMkLst>
        </pc:spChg>
        <pc:spChg chg="mod">
          <ac:chgData name="Yash Waingankar" userId="62a5ab33c9fc2222" providerId="LiveId" clId="{D5B128B3-3802-43C5-BD41-4E8A20924A1E}" dt="2026-04-07T13:58:23.712" v="731" actId="1076"/>
          <ac:spMkLst>
            <pc:docMk/>
            <pc:sldMk cId="1915346528" sldId="261"/>
            <ac:spMk id="5" creationId="{12E275B0-4057-F975-1FE8-241C6EFF4AF5}"/>
          </ac:spMkLst>
        </pc:spChg>
      </pc:sldChg>
      <pc:sldChg chg="addSp modSp mod setBg">
        <pc:chgData name="Yash Waingankar" userId="62a5ab33c9fc2222" providerId="LiveId" clId="{D5B128B3-3802-43C5-BD41-4E8A20924A1E}" dt="2026-04-07T15:11:56.282" v="1050" actId="20577"/>
        <pc:sldMkLst>
          <pc:docMk/>
          <pc:sldMk cId="2593189281" sldId="262"/>
        </pc:sldMkLst>
        <pc:spChg chg="mod">
          <ac:chgData name="Yash Waingankar" userId="62a5ab33c9fc2222" providerId="LiveId" clId="{D5B128B3-3802-43C5-BD41-4E8A20924A1E}" dt="2026-04-07T13:58:08.135" v="728" actId="14100"/>
          <ac:spMkLst>
            <pc:docMk/>
            <pc:sldMk cId="2593189281" sldId="262"/>
            <ac:spMk id="2" creationId="{6F971830-A6F1-D077-27E0-9FB72382DF12}"/>
          </ac:spMkLst>
        </pc:spChg>
        <pc:spChg chg="mod">
          <ac:chgData name="Yash Waingankar" userId="62a5ab33c9fc2222" providerId="LiveId" clId="{D5B128B3-3802-43C5-BD41-4E8A20924A1E}" dt="2026-04-07T15:11:56.282" v="1050" actId="20577"/>
          <ac:spMkLst>
            <pc:docMk/>
            <pc:sldMk cId="2593189281" sldId="262"/>
            <ac:spMk id="3" creationId="{12009266-97B2-6D59-BF9B-980067EC4D2D}"/>
          </ac:spMkLst>
        </pc:spChg>
        <pc:spChg chg="add mod ord">
          <ac:chgData name="Yash Waingankar" userId="62a5ab33c9fc2222" providerId="LiveId" clId="{D5B128B3-3802-43C5-BD41-4E8A20924A1E}" dt="2026-04-07T13:58:13.444" v="729" actId="1076"/>
          <ac:spMkLst>
            <pc:docMk/>
            <pc:sldMk cId="2593189281" sldId="262"/>
            <ac:spMk id="4" creationId="{25B28C2C-2164-9EF2-1EFB-311096DFE620}"/>
          </ac:spMkLst>
        </pc:spChg>
        <pc:spChg chg="add mod ord">
          <ac:chgData name="Yash Waingankar" userId="62a5ab33c9fc2222" providerId="LiveId" clId="{D5B128B3-3802-43C5-BD41-4E8A20924A1E}" dt="2026-04-07T14:38:53.301" v="809" actId="14100"/>
          <ac:spMkLst>
            <pc:docMk/>
            <pc:sldMk cId="2593189281" sldId="262"/>
            <ac:spMk id="5" creationId="{A7DE0A77-11AB-869E-0DC8-1AC8A8CD7897}"/>
          </ac:spMkLst>
        </pc:spChg>
        <pc:picChg chg="add mod">
          <ac:chgData name="Yash Waingankar" userId="62a5ab33c9fc2222" providerId="LiveId" clId="{D5B128B3-3802-43C5-BD41-4E8A20924A1E}" dt="2026-04-07T14:56:07.682" v="841" actId="207"/>
          <ac:picMkLst>
            <pc:docMk/>
            <pc:sldMk cId="2593189281" sldId="262"/>
            <ac:picMk id="7" creationId="{EF43035A-6ABE-5ADF-FDBB-0C8DF1D5D009}"/>
          </ac:picMkLst>
        </pc:picChg>
      </pc:sldChg>
      <pc:sldChg chg="addSp delSp modSp mod setBg">
        <pc:chgData name="Yash Waingankar" userId="62a5ab33c9fc2222" providerId="LiveId" clId="{D5B128B3-3802-43C5-BD41-4E8A20924A1E}" dt="2026-04-07T15:12:12.579" v="1056" actId="20577"/>
        <pc:sldMkLst>
          <pc:docMk/>
          <pc:sldMk cId="935899247" sldId="263"/>
        </pc:sldMkLst>
        <pc:spChg chg="mod">
          <ac:chgData name="Yash Waingankar" userId="62a5ab33c9fc2222" providerId="LiveId" clId="{D5B128B3-3802-43C5-BD41-4E8A20924A1E}" dt="2026-04-07T13:29:40.573" v="518" actId="1076"/>
          <ac:spMkLst>
            <pc:docMk/>
            <pc:sldMk cId="935899247" sldId="263"/>
            <ac:spMk id="2" creationId="{68D8FB50-BB84-524C-AB3B-77B78A619AAF}"/>
          </ac:spMkLst>
        </pc:spChg>
        <pc:spChg chg="mod">
          <ac:chgData name="Yash Waingankar" userId="62a5ab33c9fc2222" providerId="LiveId" clId="{D5B128B3-3802-43C5-BD41-4E8A20924A1E}" dt="2026-04-07T15:12:12.579" v="1056" actId="20577"/>
          <ac:spMkLst>
            <pc:docMk/>
            <pc:sldMk cId="935899247" sldId="263"/>
            <ac:spMk id="3" creationId="{5280C22C-10B0-767B-74C7-DEEBC511E2BF}"/>
          </ac:spMkLst>
        </pc:spChg>
        <pc:spChg chg="add mod ord">
          <ac:chgData name="Yash Waingankar" userId="62a5ab33c9fc2222" providerId="LiveId" clId="{D5B128B3-3802-43C5-BD41-4E8A20924A1E}" dt="2026-04-07T13:28:28.534" v="508" actId="1076"/>
          <ac:spMkLst>
            <pc:docMk/>
            <pc:sldMk cId="935899247" sldId="263"/>
            <ac:spMk id="4" creationId="{5DC0CA8A-1416-5866-2A11-B99B15D49812}"/>
          </ac:spMkLst>
        </pc:spChg>
        <pc:spChg chg="add mod ord">
          <ac:chgData name="Yash Waingankar" userId="62a5ab33c9fc2222" providerId="LiveId" clId="{D5B128B3-3802-43C5-BD41-4E8A20924A1E}" dt="2026-04-07T15:02:06.236" v="888" actId="14100"/>
          <ac:spMkLst>
            <pc:docMk/>
            <pc:sldMk cId="935899247" sldId="263"/>
            <ac:spMk id="5" creationId="{8D74EA28-88B2-2FA4-82F4-2A2B184AF3B1}"/>
          </ac:spMkLst>
        </pc:spChg>
        <pc:picChg chg="add del">
          <ac:chgData name="Yash Waingankar" userId="62a5ab33c9fc2222" providerId="LiveId" clId="{D5B128B3-3802-43C5-BD41-4E8A20924A1E}" dt="2026-04-07T15:02:18.853" v="891" actId="22"/>
          <ac:picMkLst>
            <pc:docMk/>
            <pc:sldMk cId="935899247" sldId="263"/>
            <ac:picMk id="7" creationId="{59CE81D1-EC3B-8A08-8EA9-10DACA6654EE}"/>
          </ac:picMkLst>
        </pc:picChg>
        <pc:picChg chg="add del mod">
          <ac:chgData name="Yash Waingankar" userId="62a5ab33c9fc2222" providerId="LiveId" clId="{D5B128B3-3802-43C5-BD41-4E8A20924A1E}" dt="2026-04-07T15:04:18.707" v="919" actId="478"/>
          <ac:picMkLst>
            <pc:docMk/>
            <pc:sldMk cId="935899247" sldId="263"/>
            <ac:picMk id="9" creationId="{C1C66DFE-FAFE-0EF5-7787-5019581DBF04}"/>
          </ac:picMkLst>
        </pc:picChg>
        <pc:picChg chg="add mod">
          <ac:chgData name="Yash Waingankar" userId="62a5ab33c9fc2222" providerId="LiveId" clId="{D5B128B3-3802-43C5-BD41-4E8A20924A1E}" dt="2026-04-07T15:10:52.399" v="1038" actId="1076"/>
          <ac:picMkLst>
            <pc:docMk/>
            <pc:sldMk cId="935899247" sldId="263"/>
            <ac:picMk id="11" creationId="{ED13C1CE-FE98-57A2-9B8E-4C97EB9D8092}"/>
          </ac:picMkLst>
        </pc:picChg>
      </pc:sldChg>
      <pc:sldChg chg="addSp modSp mod setBg">
        <pc:chgData name="Yash Waingankar" userId="62a5ab33c9fc2222" providerId="LiveId" clId="{D5B128B3-3802-43C5-BD41-4E8A20924A1E}" dt="2026-04-07T15:12:29.841" v="1066" actId="20577"/>
        <pc:sldMkLst>
          <pc:docMk/>
          <pc:sldMk cId="4100779908" sldId="264"/>
        </pc:sldMkLst>
        <pc:spChg chg="mod">
          <ac:chgData name="Yash Waingankar" userId="62a5ab33c9fc2222" providerId="LiveId" clId="{D5B128B3-3802-43C5-BD41-4E8A20924A1E}" dt="2026-04-07T13:30:12.689" v="525" actId="122"/>
          <ac:spMkLst>
            <pc:docMk/>
            <pc:sldMk cId="4100779908" sldId="264"/>
            <ac:spMk id="2" creationId="{5B38495A-BCF6-F84F-2A34-AFBE05F01944}"/>
          </ac:spMkLst>
        </pc:spChg>
        <pc:spChg chg="mod">
          <ac:chgData name="Yash Waingankar" userId="62a5ab33c9fc2222" providerId="LiveId" clId="{D5B128B3-3802-43C5-BD41-4E8A20924A1E}" dt="2026-04-07T15:12:29.841" v="1066" actId="20577"/>
          <ac:spMkLst>
            <pc:docMk/>
            <pc:sldMk cId="4100779908" sldId="264"/>
            <ac:spMk id="3" creationId="{9146B030-9AA7-1567-0AB2-80C7D52A8398}"/>
          </ac:spMkLst>
        </pc:spChg>
        <pc:spChg chg="add mod ord">
          <ac:chgData name="Yash Waingankar" userId="62a5ab33c9fc2222" providerId="LiveId" clId="{D5B128B3-3802-43C5-BD41-4E8A20924A1E}" dt="2026-04-07T15:09:13.576" v="1033" actId="1076"/>
          <ac:spMkLst>
            <pc:docMk/>
            <pc:sldMk cId="4100779908" sldId="264"/>
            <ac:spMk id="4" creationId="{B8E1256A-0506-B582-EC2F-1FB522B16A9C}"/>
          </ac:spMkLst>
        </pc:spChg>
        <pc:spChg chg="add mod ord">
          <ac:chgData name="Yash Waingankar" userId="62a5ab33c9fc2222" providerId="LiveId" clId="{D5B128B3-3802-43C5-BD41-4E8A20924A1E}" dt="2026-04-07T15:08:47.347" v="1027" actId="14100"/>
          <ac:spMkLst>
            <pc:docMk/>
            <pc:sldMk cId="4100779908" sldId="264"/>
            <ac:spMk id="5" creationId="{576718F1-1033-F349-19C0-EABC2DCF9BEF}"/>
          </ac:spMkLst>
        </pc:spChg>
      </pc:sldChg>
      <pc:sldChg chg="addSp modSp mod setBg">
        <pc:chgData name="Yash Waingankar" userId="62a5ab33c9fc2222" providerId="LiveId" clId="{D5B128B3-3802-43C5-BD41-4E8A20924A1E}" dt="2026-04-07T15:12:38.737" v="1068" actId="5793"/>
        <pc:sldMkLst>
          <pc:docMk/>
          <pc:sldMk cId="444874376" sldId="265"/>
        </pc:sldMkLst>
        <pc:spChg chg="mod">
          <ac:chgData name="Yash Waingankar" userId="62a5ab33c9fc2222" providerId="LiveId" clId="{D5B128B3-3802-43C5-BD41-4E8A20924A1E}" dt="2026-04-07T13:30:52.374" v="532" actId="113"/>
          <ac:spMkLst>
            <pc:docMk/>
            <pc:sldMk cId="444874376" sldId="265"/>
            <ac:spMk id="2" creationId="{1B7D84C6-1B9A-6FF7-742E-F1F11CD8E983}"/>
          </ac:spMkLst>
        </pc:spChg>
        <pc:spChg chg="mod">
          <ac:chgData name="Yash Waingankar" userId="62a5ab33c9fc2222" providerId="LiveId" clId="{D5B128B3-3802-43C5-BD41-4E8A20924A1E}" dt="2026-04-07T15:12:38.737" v="1068" actId="5793"/>
          <ac:spMkLst>
            <pc:docMk/>
            <pc:sldMk cId="444874376" sldId="265"/>
            <ac:spMk id="3" creationId="{5D978838-8D37-76A1-7257-BD93CD43C216}"/>
          </ac:spMkLst>
        </pc:spChg>
        <pc:spChg chg="add mod ord">
          <ac:chgData name="Yash Waingankar" userId="62a5ab33c9fc2222" providerId="LiveId" clId="{D5B128B3-3802-43C5-BD41-4E8A20924A1E}" dt="2026-04-07T13:30:56.601" v="533" actId="1076"/>
          <ac:spMkLst>
            <pc:docMk/>
            <pc:sldMk cId="444874376" sldId="265"/>
            <ac:spMk id="4" creationId="{22D6EA55-1EE6-DD9A-AD7B-877886D106BA}"/>
          </ac:spMkLst>
        </pc:spChg>
        <pc:spChg chg="add mod ord">
          <ac:chgData name="Yash Waingankar" userId="62a5ab33c9fc2222" providerId="LiveId" clId="{D5B128B3-3802-43C5-BD41-4E8A20924A1E}" dt="2026-04-07T13:57:11.860" v="718" actId="207"/>
          <ac:spMkLst>
            <pc:docMk/>
            <pc:sldMk cId="444874376" sldId="265"/>
            <ac:spMk id="5" creationId="{73A7BB09-67E7-D89D-B76E-ACCF8421888C}"/>
          </ac:spMkLst>
        </pc:spChg>
      </pc:sldChg>
      <pc:sldChg chg="addSp modSp mod setBg">
        <pc:chgData name="Yash Waingankar" userId="62a5ab33c9fc2222" providerId="LiveId" clId="{D5B128B3-3802-43C5-BD41-4E8A20924A1E}" dt="2026-04-07T15:12:57.833" v="1069" actId="2711"/>
        <pc:sldMkLst>
          <pc:docMk/>
          <pc:sldMk cId="388152654" sldId="266"/>
        </pc:sldMkLst>
        <pc:spChg chg="mod">
          <ac:chgData name="Yash Waingankar" userId="62a5ab33c9fc2222" providerId="LiveId" clId="{D5B128B3-3802-43C5-BD41-4E8A20924A1E}" dt="2026-04-07T13:34:49.427" v="575" actId="20577"/>
          <ac:spMkLst>
            <pc:docMk/>
            <pc:sldMk cId="388152654" sldId="266"/>
            <ac:spMk id="2" creationId="{A540EE60-83F9-BEAF-EA72-A0C36AD3D7CB}"/>
          </ac:spMkLst>
        </pc:spChg>
        <pc:spChg chg="add mod ord">
          <ac:chgData name="Yash Waingankar" userId="62a5ab33c9fc2222" providerId="LiveId" clId="{D5B128B3-3802-43C5-BD41-4E8A20924A1E}" dt="2026-04-07T13:57:34.044" v="725" actId="14100"/>
          <ac:spMkLst>
            <pc:docMk/>
            <pc:sldMk cId="388152654" sldId="266"/>
            <ac:spMk id="3" creationId="{7A184548-8C6E-DFAA-1650-7E39B0873EB4}"/>
          </ac:spMkLst>
        </pc:spChg>
        <pc:spChg chg="mod">
          <ac:chgData name="Yash Waingankar" userId="62a5ab33c9fc2222" providerId="LiveId" clId="{D5B128B3-3802-43C5-BD41-4E8A20924A1E}" dt="2026-04-07T15:12:57.833" v="1069" actId="2711"/>
          <ac:spMkLst>
            <pc:docMk/>
            <pc:sldMk cId="388152654" sldId="266"/>
            <ac:spMk id="4" creationId="{66307463-0A03-CDD4-84D3-94B381DE3668}"/>
          </ac:spMkLst>
        </pc:spChg>
        <pc:spChg chg="add mod ord">
          <ac:chgData name="Yash Waingankar" userId="62a5ab33c9fc2222" providerId="LiveId" clId="{D5B128B3-3802-43C5-BD41-4E8A20924A1E}" dt="2026-04-07T13:57:19.072" v="719" actId="207"/>
          <ac:spMkLst>
            <pc:docMk/>
            <pc:sldMk cId="388152654" sldId="266"/>
            <ac:spMk id="5" creationId="{02C73D67-7D64-B1B2-B400-3351255028F8}"/>
          </ac:spMkLst>
        </pc:spChg>
      </pc:sldChg>
      <pc:sldChg chg="new del ord">
        <pc:chgData name="Yash Waingankar" userId="62a5ab33c9fc2222" providerId="LiveId" clId="{D5B128B3-3802-43C5-BD41-4E8A20924A1E}" dt="2026-04-07T13:37:17.603" v="594" actId="2696"/>
        <pc:sldMkLst>
          <pc:docMk/>
          <pc:sldMk cId="16335439" sldId="267"/>
        </pc:sldMkLst>
      </pc:sldChg>
      <pc:sldChg chg="addSp delSp modSp new mod ord setBg">
        <pc:chgData name="Yash Waingankar" userId="62a5ab33c9fc2222" providerId="LiveId" clId="{D5B128B3-3802-43C5-BD41-4E8A20924A1E}" dt="2026-04-07T14:36:40.527" v="780" actId="20577"/>
        <pc:sldMkLst>
          <pc:docMk/>
          <pc:sldMk cId="1000130012" sldId="267"/>
        </pc:sldMkLst>
        <pc:spChg chg="mod">
          <ac:chgData name="Yash Waingankar" userId="62a5ab33c9fc2222" providerId="LiveId" clId="{D5B128B3-3802-43C5-BD41-4E8A20924A1E}" dt="2026-04-07T13:56:20.827" v="712" actId="122"/>
          <ac:spMkLst>
            <pc:docMk/>
            <pc:sldMk cId="1000130012" sldId="267"/>
            <ac:spMk id="2" creationId="{A8B9E9BB-146E-C31A-65B2-2BAAD5E990B5}"/>
          </ac:spMkLst>
        </pc:spChg>
        <pc:spChg chg="mod">
          <ac:chgData name="Yash Waingankar" userId="62a5ab33c9fc2222" providerId="LiveId" clId="{D5B128B3-3802-43C5-BD41-4E8A20924A1E}" dt="2026-04-07T14:36:40.527" v="780" actId="20577"/>
          <ac:spMkLst>
            <pc:docMk/>
            <pc:sldMk cId="1000130012" sldId="267"/>
            <ac:spMk id="3" creationId="{1DB507D7-B961-D7F8-4240-EB7DECAA9698}"/>
          </ac:spMkLst>
        </pc:spChg>
        <pc:spChg chg="add mod ord">
          <ac:chgData name="Yash Waingankar" userId="62a5ab33c9fc2222" providerId="LiveId" clId="{D5B128B3-3802-43C5-BD41-4E8A20924A1E}" dt="2026-04-07T14:36:22.487" v="776" actId="14100"/>
          <ac:spMkLst>
            <pc:docMk/>
            <pc:sldMk cId="1000130012" sldId="267"/>
            <ac:spMk id="4" creationId="{CEA4591E-36BE-A4E0-7C94-2697E8DB1AE4}"/>
          </ac:spMkLst>
        </pc:spChg>
        <pc:spChg chg="add mod ord">
          <ac:chgData name="Yash Waingankar" userId="62a5ab33c9fc2222" providerId="LiveId" clId="{D5B128B3-3802-43C5-BD41-4E8A20924A1E}" dt="2026-04-07T13:59:48.892" v="749" actId="207"/>
          <ac:spMkLst>
            <pc:docMk/>
            <pc:sldMk cId="1000130012" sldId="267"/>
            <ac:spMk id="5" creationId="{100DDD5C-76FE-FC9E-8A67-D22B56A32CC8}"/>
          </ac:spMkLst>
        </pc:spChg>
        <pc:picChg chg="add del">
          <ac:chgData name="Yash Waingankar" userId="62a5ab33c9fc2222" providerId="LiveId" clId="{D5B128B3-3802-43C5-BD41-4E8A20924A1E}" dt="2026-04-07T14:18:18.504" v="768" actId="22"/>
          <ac:picMkLst>
            <pc:docMk/>
            <pc:sldMk cId="1000130012" sldId="267"/>
            <ac:picMk id="7" creationId="{54DC0D76-E5E6-7216-4C9A-BD604E4A5C43}"/>
          </ac:picMkLst>
        </pc:picChg>
      </pc:sldChg>
      <pc:sldChg chg="addSp modSp new del mod setBg">
        <pc:chgData name="Yash Waingankar" userId="62a5ab33c9fc2222" providerId="LiveId" clId="{D5B128B3-3802-43C5-BD41-4E8A20924A1E}" dt="2026-04-07T13:37:09.303" v="590" actId="2696"/>
        <pc:sldMkLst>
          <pc:docMk/>
          <pc:sldMk cId="3980517982" sldId="267"/>
        </pc:sldMkLst>
        <pc:spChg chg="mod">
          <ac:chgData name="Yash Waingankar" userId="62a5ab33c9fc2222" providerId="LiveId" clId="{D5B128B3-3802-43C5-BD41-4E8A20924A1E}" dt="2026-04-07T13:37:05.107" v="589" actId="20577"/>
          <ac:spMkLst>
            <pc:docMk/>
            <pc:sldMk cId="3980517982" sldId="267"/>
            <ac:spMk id="2" creationId="{A5E01870-89A3-2CFE-42AD-A69063417EA3}"/>
          </ac:spMkLst>
        </pc:spChg>
        <pc:spChg chg="add mod">
          <ac:chgData name="Yash Waingankar" userId="62a5ab33c9fc2222" providerId="LiveId" clId="{D5B128B3-3802-43C5-BD41-4E8A20924A1E}" dt="2026-04-07T13:36:59.405" v="587" actId="1076"/>
          <ac:spMkLst>
            <pc:docMk/>
            <pc:sldMk cId="3980517982" sldId="267"/>
            <ac:spMk id="4" creationId="{596C008D-7080-AC20-B5F2-94B5E09F8E15}"/>
          </ac:spMkLst>
        </pc:spChg>
        <pc:spChg chg="add">
          <ac:chgData name="Yash Waingankar" userId="62a5ab33c9fc2222" providerId="LiveId" clId="{D5B128B3-3802-43C5-BD41-4E8A20924A1E}" dt="2026-04-07T13:36:02.272" v="581" actId="11529"/>
          <ac:spMkLst>
            <pc:docMk/>
            <pc:sldMk cId="3980517982" sldId="267"/>
            <ac:spMk id="5" creationId="{09766BAD-7C20-9693-D2B9-B01196C2723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A80B2-C830-3A0C-1354-3B1E2AB634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22B001-A44B-D5C4-C4AA-24F118191B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0D7C9B-5364-CB7A-B06D-0BA0625A5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E9122-EA59-4C7D-8368-F5C808F3C489}" type="datetimeFigureOut">
              <a:rPr lang="en-US" smtClean="0"/>
              <a:t>04/07/2026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DD449D-9B41-030C-15A1-35C512BE1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E02831-E1AF-CF97-9A5C-6E97645A6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09516-061D-46E4-9A89-0CFBB0DC2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3059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E05D4-620D-9685-2A6B-E56F6CD16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3653C7-2830-3C9A-D048-62406AF8FE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A0B17D-AD2F-CC91-863B-1DF8B38B3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E9122-EA59-4C7D-8368-F5C808F3C489}" type="datetimeFigureOut">
              <a:rPr lang="en-US" smtClean="0"/>
              <a:t>04/07/2026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B4321D-D12E-0026-C9AD-986026413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2258AA-1181-BA94-FE9B-4542BBD96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09516-061D-46E4-9A89-0CFBB0DC2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380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2BD65-DDC5-8224-E179-6345CE1DC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1F245B-4DA9-03C4-3519-EEC5E24FE5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3F1E8D-8578-B94F-3931-6BB530488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E9122-EA59-4C7D-8368-F5C808F3C489}" type="datetimeFigureOut">
              <a:rPr lang="en-US" smtClean="0"/>
              <a:t>04/07/2026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A1D519-B58C-3D2D-F157-18D985074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04D50B-C03C-17F9-C5FE-58910EC27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09516-061D-46E4-9A89-0CFBB0DC2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326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6DEF7-5259-09D9-7865-59FD0AB92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39DE0-1147-D237-A4A2-BEA5994946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B76B71-7B48-4567-9790-35C706CEF6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620ABC-9CC4-E9DD-BD2C-8BA0D4F1C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E9122-EA59-4C7D-8368-F5C808F3C489}" type="datetimeFigureOut">
              <a:rPr lang="en-US" smtClean="0"/>
              <a:t>04/07/2026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4BBB59-1747-1B4B-5433-E72FB2288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D2F8A9-9185-0555-EAAC-8585F0523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09516-061D-46E4-9A89-0CFBB0DC2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459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B525F-1CCD-47B7-7B09-1D66F028C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F00F06-D5E8-3708-C535-A7F615D642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DA48D3-30DA-0D06-1233-EC92995E39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EDD425-D224-7D9F-7660-D14A925CD8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5EB667-7A0F-AE08-C219-7899B9B33D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8C539F-C8F7-EDA7-98E7-E1D2B73CF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E9122-EA59-4C7D-8368-F5C808F3C489}" type="datetimeFigureOut">
              <a:rPr lang="en-US" smtClean="0"/>
              <a:t>04/07/2026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285BA3-81D4-0BED-F638-22C58EB57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E51C47-B59C-7A5C-6B0A-9723AC5AF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09516-061D-46E4-9A89-0CFBB0DC2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7398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4E9F2-DF8D-2539-8E6E-05DC5B120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3A1F13-68E9-645E-F5AA-EF4FE17EF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E9122-EA59-4C7D-8368-F5C808F3C489}" type="datetimeFigureOut">
              <a:rPr lang="en-US" smtClean="0"/>
              <a:t>04/07/2026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E232A1-70B7-C96E-E550-9F672234A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E24389-6452-A66F-BB1A-A5685D6A9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09516-061D-46E4-9A89-0CFBB0DC2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330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4B891A-8211-040C-8A2C-BD0E7D224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E9122-EA59-4C7D-8368-F5C808F3C489}" type="datetimeFigureOut">
              <a:rPr lang="en-US" smtClean="0"/>
              <a:t>04/07/2026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2E405A-EF7F-C8AA-1ABE-EF88BDF9E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EBE34E-CDDE-EDB7-335A-351197DF3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09516-061D-46E4-9A89-0CFBB0DC2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559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9FB77-93E4-6CDF-C323-0FA305EEF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9F288-A3CA-FCBA-648C-E0DCFC5F6F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89AC38-493D-38BA-2D64-F333C926EE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DD048C-94BB-D2D9-5F6C-A28BCB192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E9122-EA59-4C7D-8368-F5C808F3C489}" type="datetimeFigureOut">
              <a:rPr lang="en-US" smtClean="0"/>
              <a:t>04/07/2026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2FEF1A-F480-D33D-10F5-E3625C378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143EA1-B7F9-21C6-F617-5965CE8CF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09516-061D-46E4-9A89-0CFBB0DC2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2940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44773-2D8F-0065-A5AA-D7A12857D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18A370-A781-9E9A-B763-61FDCA3592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6E0135-DE6E-9827-BC17-F9AE4A6BDD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93012F-C391-ECF9-24CA-5FD012D61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E9122-EA59-4C7D-8368-F5C808F3C489}" type="datetimeFigureOut">
              <a:rPr lang="en-US" smtClean="0"/>
              <a:t>04/07/2026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65B1E3-8B25-2805-269B-2D217B073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E6FE4C-7C97-7CA2-E195-8B489F465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09516-061D-46E4-9A89-0CFBB0DC2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6814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88744-046E-D373-82D4-B53EBE394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2D3299-E444-F1AA-D8AA-99729FF993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57AE7D-516F-272C-FFB1-79982B4E5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E9122-EA59-4C7D-8368-F5C808F3C489}" type="datetimeFigureOut">
              <a:rPr lang="en-US" smtClean="0"/>
              <a:t>04/07/2026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6F4294-A164-7B0A-DB35-6C7C5DD0B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5E67B3-F01E-6987-BA7F-9F542E6FF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09516-061D-46E4-9A89-0CFBB0DC2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9280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A9C783-4BE3-B2F7-6E8F-6DB6378428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8145CC-3BB9-A481-2C78-890E6B005D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DFF17C-67E6-B480-8E29-E2DDFC04E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E9122-EA59-4C7D-8368-F5C808F3C489}" type="datetimeFigureOut">
              <a:rPr lang="en-US" smtClean="0"/>
              <a:t>04/07/2026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F97FA0-041B-2576-3491-82BA2F5D1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339C52-F69C-E728-5FAD-FB6B47F87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09516-061D-46E4-9A89-0CFBB0DC2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261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50E7F8-A253-07AA-3AD3-DE5DD4730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823773-8D4C-57F7-ECBB-30F7596D36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D1F0C5-101D-AF02-37F5-BE7EBDB839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AE9122-EA59-4C7D-8368-F5C808F3C489}" type="datetimeFigureOut">
              <a:rPr lang="en-US" smtClean="0"/>
              <a:t>04/07/2026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666E14-74C2-F1B7-D9F6-D56317F91F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01074-6A6B-AD22-01B0-2FBB255805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B09516-061D-46E4-9A89-0CFBB0DC2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37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EA4591E-36BE-A4E0-7C94-2697E8DB1AE4}"/>
              </a:ext>
            </a:extLst>
          </p:cNvPr>
          <p:cNvSpPr/>
          <p:nvPr/>
        </p:nvSpPr>
        <p:spPr>
          <a:xfrm>
            <a:off x="2711242" y="240070"/>
            <a:ext cx="7081688" cy="1031927"/>
          </a:xfrm>
          <a:prstGeom prst="roundRect">
            <a:avLst/>
          </a:prstGeom>
          <a:solidFill>
            <a:srgbClr val="6D5BD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00DDD5C-76FE-FC9E-8A67-D22B56A32CC8}"/>
              </a:ext>
            </a:extLst>
          </p:cNvPr>
          <p:cNvSpPr/>
          <p:nvPr/>
        </p:nvSpPr>
        <p:spPr>
          <a:xfrm>
            <a:off x="924231" y="1976283"/>
            <a:ext cx="10697497" cy="4532672"/>
          </a:xfrm>
          <a:prstGeom prst="roundRect">
            <a:avLst/>
          </a:prstGeom>
          <a:solidFill>
            <a:srgbClr val="1F293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B9E9BB-146E-C31A-65B2-2BAAD5E99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1242" y="253538"/>
            <a:ext cx="6968613" cy="101845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D1D5DB"/>
                </a:solidFill>
              </a:rPr>
              <a:t>HR Attrition Analysis 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507D7-B961-D7F8-4240-EB7DECAA96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0543" y="2241755"/>
            <a:ext cx="10294374" cy="41000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D1D5DB"/>
                </a:solidFill>
              </a:rPr>
              <a:t>Yash Waingankar</a:t>
            </a:r>
          </a:p>
          <a:p>
            <a:pPr marL="0" indent="0">
              <a:buNone/>
            </a:pPr>
            <a:r>
              <a:rPr lang="en-US" dirty="0">
                <a:solidFill>
                  <a:srgbClr val="D1D5DB"/>
                </a:solidFill>
              </a:rPr>
              <a:t>Business Analyst | Data Analyst</a:t>
            </a:r>
          </a:p>
          <a:p>
            <a:pPr marL="0" indent="0">
              <a:buNone/>
            </a:pPr>
            <a:endParaRPr lang="en-US" dirty="0">
              <a:solidFill>
                <a:srgbClr val="D1D5DB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D1D5DB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D1D5DB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D1D5DB"/>
              </a:solidFill>
            </a:endParaRPr>
          </a:p>
          <a:p>
            <a:pPr marL="0" indent="0" algn="r">
              <a:buNone/>
            </a:pPr>
            <a:br>
              <a:rPr lang="en-US" dirty="0">
                <a:solidFill>
                  <a:srgbClr val="D1D5DB"/>
                </a:solidFill>
              </a:rPr>
            </a:br>
            <a:r>
              <a:rPr lang="en-US" dirty="0">
                <a:solidFill>
                  <a:srgbClr val="D1D5DB"/>
                </a:solidFill>
              </a:rPr>
              <a:t>Power BI | DAX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01300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F474FF-24D6-1034-6B38-8B23B992B7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187"/>
            <a:ext cx="12192000" cy="683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2976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0E8E014-91F0-95F8-3686-29C7B891F959}"/>
              </a:ext>
            </a:extLst>
          </p:cNvPr>
          <p:cNvSpPr/>
          <p:nvPr/>
        </p:nvSpPr>
        <p:spPr>
          <a:xfrm>
            <a:off x="4257367" y="209180"/>
            <a:ext cx="4198374" cy="942565"/>
          </a:xfrm>
          <a:prstGeom prst="roundRect">
            <a:avLst/>
          </a:prstGeom>
          <a:solidFill>
            <a:srgbClr val="6D5BD0">
              <a:alpha val="85000"/>
            </a:srgbClr>
          </a:solidFill>
          <a:ln>
            <a:solidFill>
              <a:srgbClr val="3B82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0A3387-D2EA-4876-CF71-C69D12C04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7367" y="211883"/>
            <a:ext cx="4198374" cy="942565"/>
          </a:xfrm>
          <a:ln w="19050">
            <a:solidFill>
              <a:schemeClr val="tx1"/>
            </a:solidFill>
          </a:ln>
        </p:spPr>
        <p:txBody>
          <a:bodyPr>
            <a:noAutofit/>
          </a:bodyPr>
          <a:lstStyle/>
          <a:p>
            <a:pPr algn="ctr"/>
            <a:br>
              <a:rPr lang="en-US" sz="3600" b="1" dirty="0">
                <a:solidFill>
                  <a:schemeClr val="bg1"/>
                </a:solidFill>
              </a:rPr>
            </a:br>
            <a:r>
              <a:rPr lang="en-US" sz="3600" b="1" dirty="0">
                <a:solidFill>
                  <a:schemeClr val="bg1"/>
                </a:solidFill>
              </a:rPr>
              <a:t>  Business Problem </a:t>
            </a:r>
            <a:br>
              <a:rPr lang="en-US" sz="3600" b="1" dirty="0"/>
            </a:br>
            <a:endParaRPr lang="en-US" sz="36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A976870-2316-9F62-0BB9-A34999015332}"/>
              </a:ext>
            </a:extLst>
          </p:cNvPr>
          <p:cNvSpPr/>
          <p:nvPr/>
        </p:nvSpPr>
        <p:spPr>
          <a:xfrm>
            <a:off x="838200" y="1690688"/>
            <a:ext cx="9810135" cy="5024744"/>
          </a:xfrm>
          <a:prstGeom prst="roundRect">
            <a:avLst/>
          </a:prstGeom>
          <a:solidFill>
            <a:srgbClr val="1F293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99DA42-9D55-3042-E78F-A07BBFCF80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8754" y="2027391"/>
            <a:ext cx="9549581" cy="4351338"/>
          </a:xfrm>
        </p:spPr>
        <p:txBody>
          <a:bodyPr/>
          <a:lstStyle/>
          <a:p>
            <a:r>
              <a:rPr lang="en-US" sz="2400" dirty="0">
                <a:solidFill>
                  <a:srgbClr val="D1D5DB"/>
                </a:solidFill>
              </a:rPr>
              <a:t>High </a:t>
            </a:r>
            <a:r>
              <a:rPr lang="en-US" sz="2400" b="1" dirty="0">
                <a:solidFill>
                  <a:srgbClr val="D1D5DB"/>
                </a:solidFill>
              </a:rPr>
              <a:t>employee attrition</a:t>
            </a:r>
            <a:r>
              <a:rPr lang="en-US" sz="2400" dirty="0">
                <a:solidFill>
                  <a:srgbClr val="D1D5DB"/>
                </a:solidFill>
              </a:rPr>
              <a:t> impacts</a:t>
            </a:r>
            <a:br>
              <a:rPr lang="en-US" sz="2400" dirty="0">
                <a:solidFill>
                  <a:srgbClr val="D1D5DB"/>
                </a:solidFill>
              </a:rPr>
            </a:br>
            <a:r>
              <a:rPr lang="en-US" sz="2400" b="1" dirty="0">
                <a:solidFill>
                  <a:srgbClr val="D1D5DB"/>
                </a:solidFill>
              </a:rPr>
              <a:t>cost, productivity, and workforce stability.</a:t>
            </a:r>
          </a:p>
          <a:p>
            <a:pPr marL="0" indent="0">
              <a:buNone/>
            </a:pPr>
            <a:endParaRPr lang="en-US" sz="2400" dirty="0">
              <a:solidFill>
                <a:srgbClr val="D1D5DB"/>
              </a:solidFill>
            </a:endParaRPr>
          </a:p>
          <a:p>
            <a:r>
              <a:rPr lang="en-US" sz="2400" dirty="0">
                <a:solidFill>
                  <a:srgbClr val="D1D5DB"/>
                </a:solidFill>
              </a:rPr>
              <a:t>Lack of visibility into</a:t>
            </a:r>
            <a:br>
              <a:rPr lang="en-US" sz="2400" dirty="0">
                <a:solidFill>
                  <a:srgbClr val="D1D5DB"/>
                </a:solidFill>
              </a:rPr>
            </a:br>
            <a:r>
              <a:rPr lang="en-US" sz="2400" b="1" dirty="0">
                <a:solidFill>
                  <a:srgbClr val="D1D5DB"/>
                </a:solidFill>
              </a:rPr>
              <a:t>why employees leave.</a:t>
            </a:r>
          </a:p>
          <a:p>
            <a:pPr marL="0" indent="0">
              <a:buNone/>
            </a:pPr>
            <a:endParaRPr lang="en-US" sz="2400" dirty="0">
              <a:solidFill>
                <a:srgbClr val="D1D5DB"/>
              </a:solidFill>
            </a:endParaRPr>
          </a:p>
          <a:p>
            <a:r>
              <a:rPr lang="en-US" sz="2400" dirty="0">
                <a:solidFill>
                  <a:srgbClr val="D1D5DB"/>
                </a:solidFill>
              </a:rPr>
              <a:t>Difficulty in identifying</a:t>
            </a:r>
            <a:br>
              <a:rPr lang="en-US" sz="2400" dirty="0">
                <a:solidFill>
                  <a:srgbClr val="D1D5DB"/>
                </a:solidFill>
              </a:rPr>
            </a:br>
            <a:r>
              <a:rPr lang="en-US" sz="2400" b="1" dirty="0">
                <a:solidFill>
                  <a:srgbClr val="D1D5DB"/>
                </a:solidFill>
              </a:rPr>
              <a:t>high-risk roles and segments.</a:t>
            </a:r>
            <a:endParaRPr lang="en-US" sz="2400" dirty="0">
              <a:solidFill>
                <a:srgbClr val="D1D5DB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D1D5DB"/>
                </a:solidFill>
              </a:rPr>
              <a:t> </a:t>
            </a:r>
          </a:p>
          <a:p>
            <a:pPr marL="0" indent="0">
              <a:buNone/>
            </a:pPr>
            <a:r>
              <a:rPr lang="en-US" sz="2400" i="1" u="sng" dirty="0">
                <a:solidFill>
                  <a:srgbClr val="D1D5DB"/>
                </a:solidFill>
              </a:rPr>
              <a:t>  </a:t>
            </a:r>
            <a:r>
              <a:rPr lang="en-US" sz="2400" i="1" u="sng" dirty="0"/>
              <a:t>🎯</a:t>
            </a:r>
            <a:r>
              <a:rPr lang="en-US" sz="2400" i="1" u="sng" dirty="0">
                <a:solidFill>
                  <a:srgbClr val="D1D5DB"/>
                </a:solidFill>
              </a:rPr>
              <a:t> Enable data-driven HR decision-making.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58374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2689037-5962-E1FD-BEA7-3693A698E875}"/>
              </a:ext>
            </a:extLst>
          </p:cNvPr>
          <p:cNvSpPr/>
          <p:nvPr/>
        </p:nvSpPr>
        <p:spPr>
          <a:xfrm>
            <a:off x="845573" y="1731245"/>
            <a:ext cx="7374196" cy="4463078"/>
          </a:xfrm>
          <a:prstGeom prst="roundRect">
            <a:avLst/>
          </a:prstGeom>
          <a:solidFill>
            <a:srgbClr val="1F293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29F5391-9475-07C3-1FCF-26EB775C20B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4341" y="2407550"/>
            <a:ext cx="6663814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D1D5DB"/>
                </a:solidFill>
                <a:effectLst/>
                <a:latin typeface="Arial" panose="020B0604020202020204" pitchFamily="34" charset="0"/>
              </a:rPr>
              <a:t>Total Employees: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1D5DB"/>
                </a:solidFill>
                <a:effectLst/>
                <a:latin typeface="Arial" panose="020B0604020202020204" pitchFamily="34" charset="0"/>
              </a:rPr>
              <a:t> 1470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D1D5DB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D1D5DB"/>
                </a:solidFill>
                <a:effectLst/>
                <a:latin typeface="Arial" panose="020B0604020202020204" pitchFamily="34" charset="0"/>
              </a:rPr>
              <a:t>Attrition Count: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1D5DB"/>
                </a:solidFill>
                <a:effectLst/>
                <a:latin typeface="Arial" panose="020B0604020202020204" pitchFamily="34" charset="0"/>
              </a:rPr>
              <a:t> 237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D1D5DB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D1D5DB"/>
                </a:solidFill>
                <a:effectLst/>
                <a:latin typeface="Arial" panose="020B0604020202020204" pitchFamily="34" charset="0"/>
              </a:rPr>
              <a:t>Attrition Rate: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1D5DB"/>
                </a:solidFill>
                <a:effectLst/>
                <a:latin typeface="Arial" panose="020B0604020202020204" pitchFamily="34" charset="0"/>
              </a:rPr>
              <a:t> 16%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D1D5DB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D1D5DB"/>
                </a:solidFill>
                <a:effectLst/>
                <a:latin typeface="Arial" panose="020B0604020202020204" pitchFamily="34" charset="0"/>
              </a:rPr>
              <a:t>Average Tenure: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1D5DB"/>
                </a:solidFill>
                <a:effectLst/>
                <a:latin typeface="Arial" panose="020B0604020202020204" pitchFamily="34" charset="0"/>
              </a:rPr>
              <a:t> 7.01 years 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AE23738-813F-A464-EB0A-EADB75C1B3D1}"/>
              </a:ext>
            </a:extLst>
          </p:cNvPr>
          <p:cNvSpPr/>
          <p:nvPr/>
        </p:nvSpPr>
        <p:spPr>
          <a:xfrm>
            <a:off x="4532671" y="157315"/>
            <a:ext cx="3195484" cy="855407"/>
          </a:xfrm>
          <a:prstGeom prst="roundRect">
            <a:avLst/>
          </a:prstGeom>
          <a:solidFill>
            <a:srgbClr val="6D5BD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2E275B0-4057-F975-1FE8-241C6EFF4A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603619" y="264534"/>
            <a:ext cx="298476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sz="3600" b="1" dirty="0">
                <a:solidFill>
                  <a:schemeClr val="bg1"/>
                </a:solidFill>
              </a:rPr>
              <a:t>Key Metrics</a:t>
            </a:r>
            <a:endParaRPr kumimoji="0" lang="en-US" altLang="en-US" sz="36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53465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5B28C2C-2164-9EF2-1EFB-311096DFE620}"/>
              </a:ext>
            </a:extLst>
          </p:cNvPr>
          <p:cNvSpPr/>
          <p:nvPr/>
        </p:nvSpPr>
        <p:spPr>
          <a:xfrm>
            <a:off x="4363678" y="123121"/>
            <a:ext cx="3759611" cy="865239"/>
          </a:xfrm>
          <a:prstGeom prst="roundRect">
            <a:avLst/>
          </a:prstGeom>
          <a:solidFill>
            <a:srgbClr val="6D5BD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971830-A6F1-D077-27E0-9FB72382D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330" y="162668"/>
            <a:ext cx="3264309" cy="786146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Key Insights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7DE0A77-11AB-869E-0DC8-1AC8A8CD7897}"/>
              </a:ext>
            </a:extLst>
          </p:cNvPr>
          <p:cNvSpPr/>
          <p:nvPr/>
        </p:nvSpPr>
        <p:spPr>
          <a:xfrm>
            <a:off x="838201" y="1390368"/>
            <a:ext cx="9819967" cy="4951438"/>
          </a:xfrm>
          <a:prstGeom prst="roundRect">
            <a:avLst/>
          </a:prstGeom>
          <a:solidFill>
            <a:srgbClr val="1F293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009266-97B2-6D59-BF9B-980067EC4D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3335" y="1743894"/>
            <a:ext cx="8994058" cy="4951438"/>
          </a:xfrm>
        </p:spPr>
        <p:txBody>
          <a:bodyPr/>
          <a:lstStyle/>
          <a:p>
            <a:r>
              <a:rPr lang="en-US" sz="2400" b="1" dirty="0">
                <a:solidFill>
                  <a:srgbClr val="D1D5DB"/>
                </a:solidFill>
              </a:rPr>
              <a:t>Sales roles</a:t>
            </a:r>
            <a:r>
              <a:rPr lang="en-US" sz="2400" dirty="0">
                <a:solidFill>
                  <a:srgbClr val="D1D5DB"/>
                </a:solidFill>
              </a:rPr>
              <a:t> show highest attrition (</a:t>
            </a:r>
            <a:r>
              <a:rPr lang="en-US" sz="2400" b="1" dirty="0">
                <a:solidFill>
                  <a:srgbClr val="D1D5DB"/>
                </a:solidFill>
              </a:rPr>
              <a:t>~40%</a:t>
            </a:r>
            <a:r>
              <a:rPr lang="en-US" sz="2400" dirty="0">
                <a:solidFill>
                  <a:srgbClr val="D1D5DB"/>
                </a:solidFill>
              </a:rPr>
              <a:t>). </a:t>
            </a:r>
          </a:p>
          <a:p>
            <a:pPr marL="0" indent="0">
              <a:buNone/>
            </a:pPr>
            <a:endParaRPr lang="en-US" sz="2400" dirty="0">
              <a:solidFill>
                <a:srgbClr val="D1D5DB"/>
              </a:solidFill>
            </a:endParaRPr>
          </a:p>
          <a:p>
            <a:r>
              <a:rPr lang="en-US" sz="2400" dirty="0">
                <a:solidFill>
                  <a:srgbClr val="D1D5DB"/>
                </a:solidFill>
              </a:rPr>
              <a:t>Employees with </a:t>
            </a:r>
            <a:r>
              <a:rPr lang="en-US" sz="2400" b="1" dirty="0">
                <a:solidFill>
                  <a:srgbClr val="D1D5DB"/>
                </a:solidFill>
              </a:rPr>
              <a:t>overtime</a:t>
            </a:r>
            <a:r>
              <a:rPr lang="en-US" sz="2400" dirty="0">
                <a:solidFill>
                  <a:srgbClr val="D1D5DB"/>
                </a:solidFill>
              </a:rPr>
              <a:t> have higher attrition (</a:t>
            </a:r>
            <a:r>
              <a:rPr lang="en-US" sz="2400" b="1" dirty="0">
                <a:solidFill>
                  <a:srgbClr val="D1D5DB"/>
                </a:solidFill>
              </a:rPr>
              <a:t>31% vs 10%</a:t>
            </a:r>
            <a:r>
              <a:rPr lang="en-US" sz="2400" dirty="0">
                <a:solidFill>
                  <a:srgbClr val="D1D5DB"/>
                </a:solidFill>
              </a:rPr>
              <a:t>).</a:t>
            </a:r>
          </a:p>
          <a:p>
            <a:pPr marL="0" indent="0">
              <a:buNone/>
            </a:pPr>
            <a:endParaRPr lang="en-US" sz="2400" dirty="0">
              <a:solidFill>
                <a:srgbClr val="D1D5DB"/>
              </a:solidFill>
            </a:endParaRPr>
          </a:p>
          <a:p>
            <a:r>
              <a:rPr lang="en-US" sz="2400" b="1" dirty="0">
                <a:solidFill>
                  <a:srgbClr val="D1D5DB"/>
                </a:solidFill>
              </a:rPr>
              <a:t>Frequent business travel</a:t>
            </a:r>
            <a:r>
              <a:rPr lang="en-US" sz="2400" dirty="0">
                <a:solidFill>
                  <a:srgbClr val="D1D5DB"/>
                </a:solidFill>
              </a:rPr>
              <a:t> increases attrition (</a:t>
            </a:r>
            <a:r>
              <a:rPr lang="en-US" sz="2400" b="1" dirty="0">
                <a:solidFill>
                  <a:srgbClr val="D1D5DB"/>
                </a:solidFill>
              </a:rPr>
              <a:t>25% vs 8%</a:t>
            </a:r>
            <a:r>
              <a:rPr lang="en-US" sz="2400" dirty="0">
                <a:solidFill>
                  <a:srgbClr val="D1D5DB"/>
                </a:solidFill>
              </a:rPr>
              <a:t>). </a:t>
            </a:r>
          </a:p>
          <a:p>
            <a:pPr marL="0" indent="0">
              <a:buNone/>
            </a:pPr>
            <a:endParaRPr lang="en-US" sz="2400" dirty="0">
              <a:solidFill>
                <a:srgbClr val="D1D5DB"/>
              </a:solidFill>
            </a:endParaRPr>
          </a:p>
          <a:p>
            <a:r>
              <a:rPr lang="en-US" sz="2400" b="1" dirty="0">
                <a:solidFill>
                  <a:srgbClr val="D1D5DB"/>
                </a:solidFill>
              </a:rPr>
              <a:t>Age group 18–25</a:t>
            </a:r>
            <a:r>
              <a:rPr lang="en-US" sz="2400" dirty="0">
                <a:solidFill>
                  <a:srgbClr val="D1D5DB"/>
                </a:solidFill>
              </a:rPr>
              <a:t> shows highest attrition (</a:t>
            </a:r>
            <a:r>
              <a:rPr lang="en-US" sz="2400" b="1" dirty="0">
                <a:solidFill>
                  <a:srgbClr val="D1D5DB"/>
                </a:solidFill>
              </a:rPr>
              <a:t>36%</a:t>
            </a:r>
            <a:r>
              <a:rPr lang="en-US" sz="2400" dirty="0">
                <a:solidFill>
                  <a:srgbClr val="D1D5DB"/>
                </a:solidFill>
              </a:rPr>
              <a:t>). </a:t>
            </a:r>
          </a:p>
          <a:p>
            <a:pPr marL="0" indent="0">
              <a:buNone/>
            </a:pPr>
            <a:endParaRPr lang="en-US" sz="2400" dirty="0">
              <a:solidFill>
                <a:srgbClr val="D1D5DB"/>
              </a:solidFill>
            </a:endParaRPr>
          </a:p>
          <a:p>
            <a:pPr marL="0" indent="0">
              <a:buNone/>
            </a:pPr>
            <a:r>
              <a:rPr lang="en-US" sz="2400" b="1" i="1" u="sng" dirty="0">
                <a:solidFill>
                  <a:srgbClr val="D1D5DB"/>
                </a:solidFill>
              </a:rPr>
              <a:t>         Early-career employees + high workload = high attrition risk.</a:t>
            </a:r>
            <a:endParaRPr lang="en-US" sz="2400" i="1" u="sng" dirty="0">
              <a:solidFill>
                <a:srgbClr val="D1D5DB"/>
              </a:solidFill>
            </a:endParaRPr>
          </a:p>
          <a:p>
            <a:endParaRPr lang="en-US" dirty="0"/>
          </a:p>
        </p:txBody>
      </p:sp>
      <p:pic>
        <p:nvPicPr>
          <p:cNvPr id="7" name="Graphic 6" descr="Lights On with solid fill">
            <a:extLst>
              <a:ext uri="{FF2B5EF4-FFF2-40B4-BE49-F238E27FC236}">
                <a16:creationId xmlns:a16="http://schemas.microsoft.com/office/drawing/2014/main" id="{EF43035A-6ABE-5ADF-FDBB-0C8DF1D5D0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69142" y="5391432"/>
            <a:ext cx="329379" cy="329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1892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1ECB2F-770D-C9D7-9891-6E20CFBE4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293"/>
            <a:ext cx="12192000" cy="6839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9307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DC0CA8A-1416-5866-2A11-B99B15D49812}"/>
              </a:ext>
            </a:extLst>
          </p:cNvPr>
          <p:cNvSpPr/>
          <p:nvPr/>
        </p:nvSpPr>
        <p:spPr>
          <a:xfrm>
            <a:off x="3490452" y="134093"/>
            <a:ext cx="5958349" cy="914400"/>
          </a:xfrm>
          <a:prstGeom prst="roundRect">
            <a:avLst/>
          </a:prstGeom>
          <a:solidFill>
            <a:srgbClr val="6D5BD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D74EA28-88B2-2FA4-82F4-2A2B184AF3B1}"/>
              </a:ext>
            </a:extLst>
          </p:cNvPr>
          <p:cNvSpPr/>
          <p:nvPr/>
        </p:nvSpPr>
        <p:spPr>
          <a:xfrm>
            <a:off x="766916" y="1573160"/>
            <a:ext cx="10186219" cy="5150745"/>
          </a:xfrm>
          <a:prstGeom prst="roundRect">
            <a:avLst/>
          </a:prstGeom>
          <a:solidFill>
            <a:srgbClr val="1F293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D8FB50-BB84-524C-AB3B-77B78A619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3858" y="134094"/>
            <a:ext cx="5771535" cy="914399"/>
          </a:xfrm>
        </p:spPr>
        <p:txBody>
          <a:bodyPr>
            <a:normAutofit fontScale="90000"/>
          </a:bodyPr>
          <a:lstStyle/>
          <a:p>
            <a:pPr algn="ctr"/>
            <a:br>
              <a:rPr lang="en-US" sz="4000" b="1" dirty="0">
                <a:solidFill>
                  <a:schemeClr val="bg1"/>
                </a:solidFill>
              </a:rPr>
            </a:br>
            <a:r>
              <a:rPr lang="en-US" sz="4000" b="1" dirty="0">
                <a:solidFill>
                  <a:schemeClr val="bg1"/>
                </a:solidFill>
              </a:rPr>
              <a:t>Key Drivers of Attrition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0C22C-10B0-767B-74C7-DEEBC511E2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8868" y="1825625"/>
            <a:ext cx="10515600" cy="4898280"/>
          </a:xfrm>
        </p:spPr>
        <p:txBody>
          <a:bodyPr>
            <a:normAutofit fontScale="92500" lnSpcReduction="20000"/>
          </a:bodyPr>
          <a:lstStyle/>
          <a:p>
            <a:r>
              <a:rPr lang="en-US" sz="2600" b="1" dirty="0">
                <a:solidFill>
                  <a:srgbClr val="D1D5DB"/>
                </a:solidFill>
              </a:rPr>
              <a:t>Early tenure (0–2 years)</a:t>
            </a:r>
            <a:r>
              <a:rPr lang="en-US" sz="2600" dirty="0">
                <a:solidFill>
                  <a:srgbClr val="D1D5DB"/>
                </a:solidFill>
              </a:rPr>
              <a:t> has highest attrition (</a:t>
            </a:r>
            <a:r>
              <a:rPr lang="en-US" sz="2600" b="1" dirty="0">
                <a:solidFill>
                  <a:srgbClr val="D1D5DB"/>
                </a:solidFill>
              </a:rPr>
              <a:t>30%</a:t>
            </a:r>
            <a:r>
              <a:rPr lang="en-US" sz="2600" dirty="0">
                <a:solidFill>
                  <a:srgbClr val="D1D5DB"/>
                </a:solidFill>
              </a:rPr>
              <a:t>). </a:t>
            </a:r>
          </a:p>
          <a:p>
            <a:pPr marL="0" indent="0">
              <a:buNone/>
            </a:pPr>
            <a:endParaRPr lang="en-US" sz="2600" dirty="0">
              <a:solidFill>
                <a:srgbClr val="D1D5DB"/>
              </a:solidFill>
            </a:endParaRPr>
          </a:p>
          <a:p>
            <a:r>
              <a:rPr lang="en-US" sz="2600" b="1" dirty="0">
                <a:solidFill>
                  <a:srgbClr val="D1D5DB"/>
                </a:solidFill>
              </a:rPr>
              <a:t>Low job satisfaction</a:t>
            </a:r>
            <a:r>
              <a:rPr lang="en-US" sz="2600" dirty="0">
                <a:solidFill>
                  <a:srgbClr val="D1D5DB"/>
                </a:solidFill>
              </a:rPr>
              <a:t> leads to higher employee exits. </a:t>
            </a:r>
          </a:p>
          <a:p>
            <a:pPr marL="0" indent="0">
              <a:buNone/>
            </a:pPr>
            <a:endParaRPr lang="en-US" sz="2600" dirty="0">
              <a:solidFill>
                <a:srgbClr val="D1D5DB"/>
              </a:solidFill>
            </a:endParaRPr>
          </a:p>
          <a:p>
            <a:r>
              <a:rPr lang="en-US" sz="2600" b="1" dirty="0">
                <a:solidFill>
                  <a:srgbClr val="D1D5DB"/>
                </a:solidFill>
              </a:rPr>
              <a:t>Poor work-life balance</a:t>
            </a:r>
            <a:r>
              <a:rPr lang="en-US" sz="2600" dirty="0">
                <a:solidFill>
                  <a:srgbClr val="D1D5DB"/>
                </a:solidFill>
              </a:rPr>
              <a:t> increases attrition risk. </a:t>
            </a:r>
          </a:p>
          <a:p>
            <a:pPr marL="0" indent="0">
              <a:buNone/>
            </a:pPr>
            <a:endParaRPr lang="en-US" sz="2600" dirty="0">
              <a:solidFill>
                <a:srgbClr val="D1D5DB"/>
              </a:solidFill>
            </a:endParaRPr>
          </a:p>
          <a:p>
            <a:r>
              <a:rPr lang="en-US" sz="2600" b="1" dirty="0">
                <a:solidFill>
                  <a:srgbClr val="D1D5DB"/>
                </a:solidFill>
              </a:rPr>
              <a:t>Promotion delays</a:t>
            </a:r>
            <a:r>
              <a:rPr lang="en-US" sz="2600" dirty="0">
                <a:solidFill>
                  <a:srgbClr val="D1D5DB"/>
                </a:solidFill>
              </a:rPr>
              <a:t> contribute to employee turnover. </a:t>
            </a:r>
          </a:p>
          <a:p>
            <a:pPr marL="0" indent="0">
              <a:buNone/>
            </a:pPr>
            <a:endParaRPr lang="en-US" sz="2600" dirty="0">
              <a:solidFill>
                <a:srgbClr val="D1D5DB"/>
              </a:solidFill>
            </a:endParaRPr>
          </a:p>
          <a:p>
            <a:r>
              <a:rPr lang="en-US" sz="2600" b="1" dirty="0">
                <a:solidFill>
                  <a:srgbClr val="D1D5DB"/>
                </a:solidFill>
              </a:rPr>
              <a:t>Long commute distance</a:t>
            </a:r>
            <a:r>
              <a:rPr lang="en-US" sz="2600" dirty="0">
                <a:solidFill>
                  <a:srgbClr val="D1D5DB"/>
                </a:solidFill>
              </a:rPr>
              <a:t> increases likelihood of attrition.</a:t>
            </a:r>
          </a:p>
          <a:p>
            <a:pPr marL="0" indent="0">
              <a:buNone/>
            </a:pPr>
            <a:r>
              <a:rPr lang="en-US" sz="2600" dirty="0">
                <a:solidFill>
                  <a:srgbClr val="D1D5DB"/>
                </a:solidFill>
              </a:rPr>
              <a:t> </a:t>
            </a:r>
          </a:p>
          <a:p>
            <a:pPr marL="0" indent="0">
              <a:buNone/>
            </a:pPr>
            <a:r>
              <a:rPr lang="en-US" sz="2600" i="1" u="sng" dirty="0">
                <a:solidFill>
                  <a:srgbClr val="D1D5DB"/>
                </a:solidFill>
              </a:rPr>
              <a:t> </a:t>
            </a:r>
          </a:p>
          <a:p>
            <a:pPr marL="0" indent="0" algn="just">
              <a:buNone/>
            </a:pPr>
            <a:r>
              <a:rPr lang="en-US" sz="2600" i="1" u="sng" dirty="0">
                <a:solidFill>
                  <a:srgbClr val="D1D5DB"/>
                </a:solidFill>
              </a:rPr>
              <a:t>       Attrition is </a:t>
            </a:r>
            <a:r>
              <a:rPr lang="en-US" sz="2600" b="1" i="1" u="sng" dirty="0">
                <a:solidFill>
                  <a:srgbClr val="D1D5DB"/>
                </a:solidFill>
              </a:rPr>
              <a:t>multi-factor driven.</a:t>
            </a:r>
            <a:endParaRPr lang="en-US" sz="2600" i="1" u="sng" dirty="0">
              <a:solidFill>
                <a:srgbClr val="D1D5DB"/>
              </a:solidFill>
            </a:endParaRPr>
          </a:p>
          <a:p>
            <a:endParaRPr lang="en-US" dirty="0"/>
          </a:p>
        </p:txBody>
      </p:sp>
      <p:pic>
        <p:nvPicPr>
          <p:cNvPr id="11" name="Graphic 10" descr="Lights On with solid fill">
            <a:extLst>
              <a:ext uri="{FF2B5EF4-FFF2-40B4-BE49-F238E27FC236}">
                <a16:creationId xmlns:a16="http://schemas.microsoft.com/office/drawing/2014/main" id="{ED13C1CE-FE98-57A2-9B8E-4C97EB9D80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38865" y="6000136"/>
            <a:ext cx="302342" cy="302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8992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8E1256A-0506-B582-EC2F-1FB522B16A9C}"/>
              </a:ext>
            </a:extLst>
          </p:cNvPr>
          <p:cNvSpPr/>
          <p:nvPr/>
        </p:nvSpPr>
        <p:spPr>
          <a:xfrm>
            <a:off x="2578509" y="213324"/>
            <a:ext cx="6339349" cy="935423"/>
          </a:xfrm>
          <a:prstGeom prst="roundRect">
            <a:avLst/>
          </a:prstGeom>
          <a:solidFill>
            <a:srgbClr val="6D5BD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38495A-BCF6-F84F-2A34-AFBE05F01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6664" y="247059"/>
            <a:ext cx="6231194" cy="867954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Business Recommendations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76718F1-1033-F349-19C0-EABC2DCF9BEF}"/>
              </a:ext>
            </a:extLst>
          </p:cNvPr>
          <p:cNvSpPr/>
          <p:nvPr/>
        </p:nvSpPr>
        <p:spPr>
          <a:xfrm>
            <a:off x="599768" y="1563329"/>
            <a:ext cx="9910916" cy="5115081"/>
          </a:xfrm>
          <a:prstGeom prst="roundRect">
            <a:avLst/>
          </a:prstGeom>
          <a:solidFill>
            <a:srgbClr val="1F293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46B030-9AA7-1567-0AB2-80C7D52A83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7529" y="1977641"/>
            <a:ext cx="9279194" cy="4462487"/>
          </a:xfrm>
        </p:spPr>
        <p:txBody>
          <a:bodyPr>
            <a:normAutofit fontScale="85000" lnSpcReduction="20000"/>
          </a:bodyPr>
          <a:lstStyle/>
          <a:p>
            <a:r>
              <a:rPr lang="en-US" sz="3100" dirty="0">
                <a:solidFill>
                  <a:srgbClr val="D1D5DB"/>
                </a:solidFill>
              </a:rPr>
              <a:t>Improve </a:t>
            </a:r>
            <a:r>
              <a:rPr lang="en-US" sz="3100" b="1" dirty="0">
                <a:solidFill>
                  <a:srgbClr val="D1D5DB"/>
                </a:solidFill>
              </a:rPr>
              <a:t>onboarding and early employee engagement.</a:t>
            </a:r>
            <a:endParaRPr lang="en-US" sz="3100" dirty="0">
              <a:solidFill>
                <a:srgbClr val="D1D5DB"/>
              </a:solidFill>
            </a:endParaRPr>
          </a:p>
          <a:p>
            <a:pPr marL="0" indent="0">
              <a:buNone/>
            </a:pPr>
            <a:endParaRPr lang="en-US" sz="3100" dirty="0">
              <a:solidFill>
                <a:srgbClr val="D1D5DB"/>
              </a:solidFill>
            </a:endParaRPr>
          </a:p>
          <a:p>
            <a:r>
              <a:rPr lang="en-US" sz="3100" dirty="0">
                <a:solidFill>
                  <a:srgbClr val="D1D5DB"/>
                </a:solidFill>
              </a:rPr>
              <a:t>Reduce excessive </a:t>
            </a:r>
            <a:r>
              <a:rPr lang="en-US" sz="3100" b="1" dirty="0">
                <a:solidFill>
                  <a:srgbClr val="D1D5DB"/>
                </a:solidFill>
              </a:rPr>
              <a:t>overtime workload.</a:t>
            </a:r>
            <a:r>
              <a:rPr lang="en-US" sz="3100" dirty="0">
                <a:solidFill>
                  <a:srgbClr val="D1D5DB"/>
                </a:solidFill>
              </a:rPr>
              <a:t> </a:t>
            </a:r>
          </a:p>
          <a:p>
            <a:pPr marL="0" indent="0">
              <a:buNone/>
            </a:pPr>
            <a:endParaRPr lang="en-US" sz="3100" dirty="0">
              <a:solidFill>
                <a:srgbClr val="D1D5DB"/>
              </a:solidFill>
            </a:endParaRPr>
          </a:p>
          <a:p>
            <a:r>
              <a:rPr lang="en-US" sz="3100" dirty="0">
                <a:solidFill>
                  <a:srgbClr val="D1D5DB"/>
                </a:solidFill>
              </a:rPr>
              <a:t>Implement </a:t>
            </a:r>
            <a:r>
              <a:rPr lang="en-US" sz="3100" b="1" dirty="0">
                <a:solidFill>
                  <a:srgbClr val="D1D5DB"/>
                </a:solidFill>
              </a:rPr>
              <a:t>timely promotion cycles.</a:t>
            </a:r>
            <a:endParaRPr lang="en-US" sz="3100" dirty="0">
              <a:solidFill>
                <a:srgbClr val="D1D5DB"/>
              </a:solidFill>
            </a:endParaRPr>
          </a:p>
          <a:p>
            <a:pPr marL="0" indent="0">
              <a:buNone/>
            </a:pPr>
            <a:endParaRPr lang="en-US" sz="3100" dirty="0">
              <a:solidFill>
                <a:srgbClr val="D1D5DB"/>
              </a:solidFill>
            </a:endParaRPr>
          </a:p>
          <a:p>
            <a:r>
              <a:rPr lang="en-US" sz="3100" dirty="0">
                <a:solidFill>
                  <a:srgbClr val="D1D5DB"/>
                </a:solidFill>
              </a:rPr>
              <a:t>Enhance </a:t>
            </a:r>
            <a:r>
              <a:rPr lang="en-US" sz="3100" b="1" dirty="0">
                <a:solidFill>
                  <a:srgbClr val="D1D5DB"/>
                </a:solidFill>
              </a:rPr>
              <a:t>work-life balance policies.</a:t>
            </a:r>
            <a:r>
              <a:rPr lang="en-US" sz="3100" dirty="0">
                <a:solidFill>
                  <a:srgbClr val="D1D5DB"/>
                </a:solidFill>
              </a:rPr>
              <a:t> </a:t>
            </a:r>
          </a:p>
          <a:p>
            <a:pPr marL="0" indent="0">
              <a:buNone/>
            </a:pPr>
            <a:endParaRPr lang="en-US" sz="3100" dirty="0">
              <a:solidFill>
                <a:srgbClr val="D1D5DB"/>
              </a:solidFill>
            </a:endParaRPr>
          </a:p>
          <a:p>
            <a:r>
              <a:rPr lang="en-US" sz="3100" dirty="0">
                <a:solidFill>
                  <a:srgbClr val="D1D5DB"/>
                </a:solidFill>
              </a:rPr>
              <a:t>Offer </a:t>
            </a:r>
            <a:r>
              <a:rPr lang="en-US" sz="3100" b="1" dirty="0">
                <a:solidFill>
                  <a:srgbClr val="D1D5DB"/>
                </a:solidFill>
              </a:rPr>
              <a:t>flexible work options</a:t>
            </a:r>
            <a:r>
              <a:rPr lang="en-US" sz="3100" dirty="0">
                <a:solidFill>
                  <a:srgbClr val="D1D5DB"/>
                </a:solidFill>
              </a:rPr>
              <a:t> for long-distance employees.</a:t>
            </a:r>
          </a:p>
          <a:p>
            <a:pPr marL="0" indent="0">
              <a:buNone/>
            </a:pPr>
            <a:endParaRPr lang="en-US" sz="3100" dirty="0">
              <a:solidFill>
                <a:srgbClr val="D1D5DB"/>
              </a:solidFill>
            </a:endParaRPr>
          </a:p>
          <a:p>
            <a:r>
              <a:rPr lang="en-US" sz="3100" dirty="0">
                <a:solidFill>
                  <a:srgbClr val="D1D5DB"/>
                </a:solidFill>
              </a:rPr>
              <a:t> Focus on </a:t>
            </a:r>
            <a:r>
              <a:rPr lang="en-US" sz="3100" b="1" dirty="0">
                <a:solidFill>
                  <a:srgbClr val="D1D5DB"/>
                </a:solidFill>
              </a:rPr>
              <a:t>proactive employee retention strategies.</a:t>
            </a:r>
            <a:endParaRPr lang="en-US" sz="3100" dirty="0">
              <a:solidFill>
                <a:srgbClr val="D1D5DB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07799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2D6EA55-1EE6-DD9A-AD7B-877886D106BA}"/>
              </a:ext>
            </a:extLst>
          </p:cNvPr>
          <p:cNvSpPr/>
          <p:nvPr/>
        </p:nvSpPr>
        <p:spPr>
          <a:xfrm>
            <a:off x="4543732" y="218921"/>
            <a:ext cx="3333135" cy="924232"/>
          </a:xfrm>
          <a:prstGeom prst="roundRect">
            <a:avLst/>
          </a:prstGeom>
          <a:solidFill>
            <a:srgbClr val="6D5BD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7D84C6-1B9A-6FF7-742E-F1F11CD8E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0768" y="218921"/>
            <a:ext cx="2839065" cy="924232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3A7BB09-67E7-D89D-B76E-ACCF8421888C}"/>
              </a:ext>
            </a:extLst>
          </p:cNvPr>
          <p:cNvSpPr/>
          <p:nvPr/>
        </p:nvSpPr>
        <p:spPr>
          <a:xfrm>
            <a:off x="707923" y="1504335"/>
            <a:ext cx="10515600" cy="5112776"/>
          </a:xfrm>
          <a:prstGeom prst="roundRect">
            <a:avLst/>
          </a:prstGeom>
          <a:solidFill>
            <a:srgbClr val="1F293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978838-8D37-76A1-7257-BD93CD43C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sz="2400" dirty="0">
                <a:solidFill>
                  <a:srgbClr val="D1D5DB"/>
                </a:solidFill>
              </a:rPr>
              <a:t>Attrition is influenced by: </a:t>
            </a:r>
          </a:p>
          <a:p>
            <a:pPr lvl="1"/>
            <a:r>
              <a:rPr lang="en-US" b="1" dirty="0">
                <a:solidFill>
                  <a:srgbClr val="D1D5DB"/>
                </a:solidFill>
              </a:rPr>
              <a:t>Work conditions</a:t>
            </a:r>
            <a:r>
              <a:rPr lang="en-US" dirty="0">
                <a:solidFill>
                  <a:srgbClr val="D1D5DB"/>
                </a:solidFill>
              </a:rPr>
              <a:t> </a:t>
            </a:r>
          </a:p>
          <a:p>
            <a:pPr lvl="1"/>
            <a:r>
              <a:rPr lang="en-US" b="1" dirty="0">
                <a:solidFill>
                  <a:srgbClr val="D1D5DB"/>
                </a:solidFill>
              </a:rPr>
              <a:t>Employee satisfaction</a:t>
            </a:r>
            <a:r>
              <a:rPr lang="en-US" dirty="0">
                <a:solidFill>
                  <a:srgbClr val="D1D5DB"/>
                </a:solidFill>
              </a:rPr>
              <a:t> </a:t>
            </a:r>
          </a:p>
          <a:p>
            <a:pPr lvl="1"/>
            <a:r>
              <a:rPr lang="en-US" b="1" dirty="0">
                <a:solidFill>
                  <a:srgbClr val="D1D5DB"/>
                </a:solidFill>
              </a:rPr>
              <a:t>Career growth opportunities</a:t>
            </a:r>
            <a:r>
              <a:rPr lang="en-US" dirty="0">
                <a:solidFill>
                  <a:srgbClr val="D1D5DB"/>
                </a:solidFill>
              </a:rPr>
              <a:t> </a:t>
            </a:r>
          </a:p>
          <a:p>
            <a:pPr marL="457200" lvl="1" indent="0">
              <a:buNone/>
            </a:pPr>
            <a:endParaRPr lang="en-US" dirty="0">
              <a:solidFill>
                <a:srgbClr val="D1D5DB"/>
              </a:solidFill>
            </a:endParaRPr>
          </a:p>
          <a:p>
            <a:r>
              <a:rPr lang="en-US" sz="2400" dirty="0">
                <a:solidFill>
                  <a:srgbClr val="D1D5DB"/>
                </a:solidFill>
              </a:rPr>
              <a:t>Dashboard enables: </a:t>
            </a:r>
          </a:p>
          <a:p>
            <a:pPr lvl="1"/>
            <a:r>
              <a:rPr lang="en-US" b="1" dirty="0">
                <a:solidFill>
                  <a:srgbClr val="D1D5DB"/>
                </a:solidFill>
              </a:rPr>
              <a:t>Risk identification</a:t>
            </a:r>
            <a:r>
              <a:rPr lang="en-US" dirty="0">
                <a:solidFill>
                  <a:srgbClr val="D1D5DB"/>
                </a:solidFill>
              </a:rPr>
              <a:t> </a:t>
            </a:r>
          </a:p>
          <a:p>
            <a:pPr lvl="1"/>
            <a:r>
              <a:rPr lang="en-US" b="1" dirty="0">
                <a:solidFill>
                  <a:srgbClr val="D1D5DB"/>
                </a:solidFill>
              </a:rPr>
              <a:t>Data-driven decision-making</a:t>
            </a:r>
            <a:r>
              <a:rPr lang="en-US" dirty="0">
                <a:solidFill>
                  <a:srgbClr val="D1D5DB"/>
                </a:solidFill>
              </a:rPr>
              <a:t> </a:t>
            </a:r>
          </a:p>
          <a:p>
            <a:pPr marL="457200" lvl="1" indent="0">
              <a:buNone/>
            </a:pPr>
            <a:endParaRPr lang="en-US" dirty="0">
              <a:solidFill>
                <a:srgbClr val="D1D5DB"/>
              </a:solidFill>
            </a:endParaRPr>
          </a:p>
          <a:p>
            <a:r>
              <a:rPr lang="en-US" sz="2400" dirty="0">
                <a:solidFill>
                  <a:srgbClr val="D1D5DB"/>
                </a:solidFill>
              </a:rPr>
              <a:t> Shift from </a:t>
            </a:r>
            <a:r>
              <a:rPr lang="en-US" sz="2400" b="1" dirty="0">
                <a:solidFill>
                  <a:srgbClr val="D1D5DB"/>
                </a:solidFill>
              </a:rPr>
              <a:t>reactive HR management → proactive retention strategy</a:t>
            </a:r>
            <a:endParaRPr lang="en-US" sz="2400" dirty="0">
              <a:solidFill>
                <a:srgbClr val="D1D5DB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48743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A184548-8C6E-DFAA-1650-7E39B0873EB4}"/>
              </a:ext>
            </a:extLst>
          </p:cNvPr>
          <p:cNvSpPr/>
          <p:nvPr/>
        </p:nvSpPr>
        <p:spPr>
          <a:xfrm>
            <a:off x="4345858" y="265266"/>
            <a:ext cx="3854245" cy="877120"/>
          </a:xfrm>
          <a:prstGeom prst="roundRect">
            <a:avLst/>
          </a:prstGeom>
          <a:solidFill>
            <a:srgbClr val="6D5BD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40EE60-83F9-BEAF-EA72-A0C36AD3D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0322" y="265266"/>
            <a:ext cx="3202858" cy="976978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Tools &amp; Skills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2C73D67-7D64-B1B2-B400-3351255028F8}"/>
              </a:ext>
            </a:extLst>
          </p:cNvPr>
          <p:cNvSpPr/>
          <p:nvPr/>
        </p:nvSpPr>
        <p:spPr>
          <a:xfrm>
            <a:off x="589935" y="1730477"/>
            <a:ext cx="6980904" cy="4503175"/>
          </a:xfrm>
          <a:prstGeom prst="roundRect">
            <a:avLst/>
          </a:prstGeom>
          <a:solidFill>
            <a:srgbClr val="1F293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6307463-0A03-CDD4-84D3-94B381DE366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293136"/>
            <a:ext cx="4894097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D1D5DB"/>
                </a:solidFill>
                <a:effectLst/>
              </a:rPr>
              <a:t>Power BI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1D5DB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D1D5DB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D1D5DB"/>
                </a:solidFill>
                <a:effectLst/>
              </a:rPr>
              <a:t>DAX (Data Analysis Expressions)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1D5DB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D1D5DB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D1D5DB"/>
                </a:solidFill>
                <a:effectLst/>
              </a:rPr>
              <a:t>Data Visualization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1D5DB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D1D5DB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D1D5DB"/>
                </a:solidFill>
                <a:effectLst/>
              </a:rPr>
              <a:t>Data Analysis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1D5DB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D1D5DB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D1D5DB"/>
                </a:solidFill>
                <a:effectLst/>
              </a:rPr>
              <a:t>HR Analytics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1D5DB"/>
                </a:solidFill>
                <a:effectLst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81526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307</TotalTime>
  <Words>277</Words>
  <Application>Microsoft Office PowerPoint</Application>
  <PresentationFormat>Widescreen</PresentationFormat>
  <Paragraphs>80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HR Attrition Analysis Dashboard</vt:lpstr>
      <vt:lpstr>PowerPoint Presentation</vt:lpstr>
      <vt:lpstr>   Business Problem  </vt:lpstr>
      <vt:lpstr>Key Metrics</vt:lpstr>
      <vt:lpstr>Key Insights</vt:lpstr>
      <vt:lpstr>PowerPoint Presentation</vt:lpstr>
      <vt:lpstr> Key Drivers of Attrition </vt:lpstr>
      <vt:lpstr>Business Recommendations</vt:lpstr>
      <vt:lpstr>Conclusion</vt:lpstr>
      <vt:lpstr>Tools &amp; Skills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Yash Waingankar</dc:creator>
  <cp:lastModifiedBy>Yash Waingankar</cp:lastModifiedBy>
  <cp:revision>1</cp:revision>
  <dcterms:created xsi:type="dcterms:W3CDTF">2026-04-07T00:01:45Z</dcterms:created>
  <dcterms:modified xsi:type="dcterms:W3CDTF">2026-04-07T15:13:06Z</dcterms:modified>
</cp:coreProperties>
</file>